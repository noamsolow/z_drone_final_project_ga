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f663b7e844be0" /><Relationship Type="http://schemas.openxmlformats.org/officeDocument/2006/relationships/extended-properties" Target="/docProps/app.xml" Id="R10af21bebd0c4c83" /><Relationship Type="http://schemas.openxmlformats.org/officeDocument/2006/relationships/officeDocument" Target="/ppt/presentation.xml" Id="R27e9fd0c99bb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70fa9af00d4533"/>
  </p:sldMasterIdLst>
  <p:notesMasterIdLst>
    <p:notesMasterId xmlns:r="http://schemas.openxmlformats.org/officeDocument/2006/relationships" r:id="R35b8d6714fd249fa"/>
  </p:notesMasterIdLst>
  <p:sldIdLst>
    <p:sldId xmlns:r="http://schemas.openxmlformats.org/officeDocument/2006/relationships" id="256" r:id="Re5b9b93a671549d2"/>
    <p:sldId xmlns:r="http://schemas.openxmlformats.org/officeDocument/2006/relationships" id="257" r:id="R02e16fd3b75e42d0"/>
    <p:sldId xmlns:r="http://schemas.openxmlformats.org/officeDocument/2006/relationships" id="258" r:id="R0935479cdca24002"/>
    <p:sldId xmlns:r="http://schemas.openxmlformats.org/officeDocument/2006/relationships" id="259" r:id="Reb65c45783cd4bbc"/>
    <p:sldId xmlns:r="http://schemas.openxmlformats.org/officeDocument/2006/relationships" id="260" r:id="Re7869983531d4e4a"/>
    <p:sldId xmlns:r="http://schemas.openxmlformats.org/officeDocument/2006/relationships" id="261" r:id="R54f18a021da64040"/>
    <p:sldId xmlns:r="http://schemas.openxmlformats.org/officeDocument/2006/relationships" id="262" r:id="Red326a12e34a44d4"/>
    <p:sldId xmlns:r="http://schemas.openxmlformats.org/officeDocument/2006/relationships" id="263" r:id="R1633b73e2cbf43f7"/>
    <p:sldId xmlns:r="http://schemas.openxmlformats.org/officeDocument/2006/relationships" id="264" r:id="R5e2e1e5641364c34"/>
    <p:sldId xmlns:r="http://schemas.openxmlformats.org/officeDocument/2006/relationships" id="265" r:id="R52a341101fd24843"/>
    <p:sldId xmlns:r="http://schemas.openxmlformats.org/officeDocument/2006/relationships" id="266" r:id="Re70cf068c0984134"/>
    <p:sldId xmlns:r="http://schemas.openxmlformats.org/officeDocument/2006/relationships" id="267" r:id="Rbf3d298048c34b54"/>
    <p:sldId xmlns:r="http://schemas.openxmlformats.org/officeDocument/2006/relationships" id="268" r:id="R8b6aa64ae0144fe4"/>
    <p:sldId xmlns:r="http://schemas.openxmlformats.org/officeDocument/2006/relationships" id="269" r:id="R4643d58f45094a39"/>
    <p:sldId xmlns:r="http://schemas.openxmlformats.org/officeDocument/2006/relationships" id="270" r:id="R162d38fbacab4852"/>
    <p:sldId xmlns:r="http://schemas.openxmlformats.org/officeDocument/2006/relationships" id="271" r:id="Rea1112ce9e104d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b10c6def334dd5" /><Relationship Type="http://schemas.openxmlformats.org/officeDocument/2006/relationships/slideMaster" Target="/ppt/slideMasters/slideMaster1.xml" Id="R9770fa9af00d4533" /><Relationship Type="http://schemas.openxmlformats.org/officeDocument/2006/relationships/notesMaster" Target="/ppt/notesMasters/notesMaster1.xml" Id="R35b8d6714fd249fa" /><Relationship Type="http://schemas.openxmlformats.org/officeDocument/2006/relationships/presProps" Target="/ppt/presProps.xml" Id="Re8d20de2cf7c43ee" /><Relationship Type="http://schemas.openxmlformats.org/officeDocument/2006/relationships/viewProps" Target="/ppt/viewProps.xml" Id="R5aeb13d6c2b24fdd" /><Relationship Type="http://schemas.openxmlformats.org/officeDocument/2006/relationships/tableStyles" Target="/ppt/tableStyles.xml" Id="Rcfac9df714ef4c5b" /><Relationship Type="http://schemas.openxmlformats.org/officeDocument/2006/relationships/slide" Target="/ppt/slides/slide1.xml" Id="Re5b9b93a671549d2" /><Relationship Type="http://schemas.openxmlformats.org/officeDocument/2006/relationships/slide" Target="/ppt/slides/slide2.xml" Id="R02e16fd3b75e42d0" /><Relationship Type="http://schemas.openxmlformats.org/officeDocument/2006/relationships/slide" Target="/ppt/slides/slide3.xml" Id="R0935479cdca24002" /><Relationship Type="http://schemas.openxmlformats.org/officeDocument/2006/relationships/slide" Target="/ppt/slides/slide4.xml" Id="Reb65c45783cd4bbc" /><Relationship Type="http://schemas.openxmlformats.org/officeDocument/2006/relationships/slide" Target="/ppt/slides/slide5.xml" Id="Re7869983531d4e4a" /><Relationship Type="http://schemas.openxmlformats.org/officeDocument/2006/relationships/slide" Target="/ppt/slides/slide6.xml" Id="R54f18a021da64040" /><Relationship Type="http://schemas.openxmlformats.org/officeDocument/2006/relationships/slide" Target="/ppt/slides/slide7.xml" Id="Red326a12e34a44d4" /><Relationship Type="http://schemas.openxmlformats.org/officeDocument/2006/relationships/slide" Target="/ppt/slides/slide8.xml" Id="R1633b73e2cbf43f7" /><Relationship Type="http://schemas.openxmlformats.org/officeDocument/2006/relationships/slide" Target="/ppt/slides/slide9.xml" Id="R5e2e1e5641364c34" /><Relationship Type="http://schemas.openxmlformats.org/officeDocument/2006/relationships/slide" Target="/ppt/slides/slide10.xml" Id="R52a341101fd24843" /><Relationship Type="http://schemas.openxmlformats.org/officeDocument/2006/relationships/slide" Target="/ppt/slides/slide11.xml" Id="Re70cf068c0984134" /><Relationship Type="http://schemas.openxmlformats.org/officeDocument/2006/relationships/slide" Target="/ppt/slides/slide12.xml" Id="Rbf3d298048c34b54" /><Relationship Type="http://schemas.openxmlformats.org/officeDocument/2006/relationships/slide" Target="/ppt/slides/slide13.xml" Id="R8b6aa64ae0144fe4" /><Relationship Type="http://schemas.openxmlformats.org/officeDocument/2006/relationships/slide" Target="/ppt/slides/slide14.xml" Id="R4643d58f45094a39" /><Relationship Type="http://schemas.openxmlformats.org/officeDocument/2006/relationships/slide" Target="/ppt/slides/slide15.xml" Id="R162d38fbacab4852" /><Relationship Type="http://schemas.openxmlformats.org/officeDocument/2006/relationships/slide" Target="/ppt/slides/slide16.xml" Id="Rea1112ce9e10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33c31f99f540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9bde1f4c9b4f11" /><Relationship Type="http://schemas.openxmlformats.org/officeDocument/2006/relationships/notesMaster" Target="/ppt/notesMasters/notesMaster1.xml" Id="Rb2f7a4189aaa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db5d84355146d6" /><Relationship Type="http://schemas.openxmlformats.org/officeDocument/2006/relationships/notesMaster" Target="/ppt/notesMasters/notesMaster1.xml" Id="Rf8f281be072b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2a0baaab954f1b" /><Relationship Type="http://schemas.openxmlformats.org/officeDocument/2006/relationships/notesMaster" Target="/ppt/notesMasters/notesMaster1.xml" Id="R8ad18a2d294f4b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5f45a6cd0b4dc3" /><Relationship Type="http://schemas.openxmlformats.org/officeDocument/2006/relationships/notesMaster" Target="/ppt/notesMasters/notesMaster1.xml" Id="R7729c73a5a9642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bac5a6ab8645ef" /><Relationship Type="http://schemas.openxmlformats.org/officeDocument/2006/relationships/notesMaster" Target="/ppt/notesMasters/notesMaster1.xml" Id="R2e7b797cd01b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660a0e5a0e4d54" /><Relationship Type="http://schemas.openxmlformats.org/officeDocument/2006/relationships/notesMaster" Target="/ppt/notesMasters/notesMaster1.xml" Id="R3da8231e39ef4e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24d6dfb1c04233" /><Relationship Type="http://schemas.openxmlformats.org/officeDocument/2006/relationships/notesMaster" Target="/ppt/notesMasters/notesMaster1.xml" Id="R4be6d0a7173c4e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f3f588037c4aef" /><Relationship Type="http://schemas.openxmlformats.org/officeDocument/2006/relationships/notesMaster" Target="/ppt/notesMasters/notesMaster1.xml" Id="R6fba539333854c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c6de75554848ae" /><Relationship Type="http://schemas.openxmlformats.org/officeDocument/2006/relationships/notesMaster" Target="/ppt/notesMasters/notesMaster1.xml" Id="R54ffbb6c28f64f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fcc30e43344ab7" /><Relationship Type="http://schemas.openxmlformats.org/officeDocument/2006/relationships/notesMaster" Target="/ppt/notesMasters/notesMaster1.xml" Id="Rf2bc3fe6448440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e87df6f582450d" /><Relationship Type="http://schemas.openxmlformats.org/officeDocument/2006/relationships/notesMaster" Target="/ppt/notesMasters/notesMaster1.xml" Id="R1f3df97dd0b240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920422dd614d03" /><Relationship Type="http://schemas.openxmlformats.org/officeDocument/2006/relationships/notesMaster" Target="/ppt/notesMasters/notesMaster1.xml" Id="Red3fc5f7959f40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f9b4ef4e0c48fe" /><Relationship Type="http://schemas.openxmlformats.org/officeDocument/2006/relationships/notesMaster" Target="/ppt/notesMasters/notesMaster1.xml" Id="R81299a3846bc4c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daea4027724f58" /><Relationship Type="http://schemas.openxmlformats.org/officeDocument/2006/relationships/notesMaster" Target="/ppt/notesMasters/notesMaster1.xml" Id="Rf1d09a5117e945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6f4b33deaf4f6e" /><Relationship Type="http://schemas.openxmlformats.org/officeDocument/2006/relationships/notesMaster" Target="/ppt/notesMasters/notesMaster1.xml" Id="Rf7ef0535d09d4a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cc0df2be92401d" /><Relationship Type="http://schemas.openxmlformats.org/officeDocument/2006/relationships/notesMaster" Target="/ppt/notesMasters/notesMaster1.xml" Id="R923868c3332545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9e1ce942241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0ebaf866cb47cc" /><Relationship Type="http://schemas.openxmlformats.org/officeDocument/2006/relationships/slideLayout" Target="/ppt/slideLayouts/slideLayout1.xml" Id="R42a3657d3fca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a3657d3fca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c25a646834423" /><Relationship Type="http://schemas.openxmlformats.org/officeDocument/2006/relationships/image" Target="/ppt/media/image.png" Id="R84b165d5270b43db" /><Relationship Type="http://schemas.openxmlformats.org/officeDocument/2006/relationships/notesSlide" Target="/ppt/notesSlides/notesSlide1.xml" Id="Rcbee5526784a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baac8344847be" /><Relationship Type="http://schemas.openxmlformats.org/officeDocument/2006/relationships/image" Target="/ppt/media/image2.png" Id="R25544b4719414fe5" /><Relationship Type="http://schemas.openxmlformats.org/officeDocument/2006/relationships/notesSlide" Target="/ppt/notesSlides/notesSlide2.xml" Id="Reabb420a8b434d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48f4107094a77" /><Relationship Type="http://schemas.openxmlformats.org/officeDocument/2006/relationships/notesSlide" Target="/ppt/notesSlides/notesSlide3.xml" Id="Rb423a51806134f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8d6ce3bc54e04" /><Relationship Type="http://schemas.openxmlformats.org/officeDocument/2006/relationships/notesSlide" Target="/ppt/notesSlides/notesSlide4.xml" Id="R89c0f330c40342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f5829d9f94427" /><Relationship Type="http://schemas.openxmlformats.org/officeDocument/2006/relationships/notesSlide" Target="/ppt/notesSlides/notesSlide5.xml" Id="Rad45fc9afec94a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419d121d34634" /><Relationship Type="http://schemas.openxmlformats.org/officeDocument/2006/relationships/notesSlide" Target="/ppt/notesSlides/notesSlide6.xml" Id="R8ca658f5316d48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a6dc51fb44f05" /><Relationship Type="http://schemas.openxmlformats.org/officeDocument/2006/relationships/image" Target="/ppt/media/image3.png" Id="R5ee915ee215845a1" /><Relationship Type="http://schemas.openxmlformats.org/officeDocument/2006/relationships/image" Target="/ppt/media/image4.png" Id="R0b516989b3e94e6b" /><Relationship Type="http://schemas.openxmlformats.org/officeDocument/2006/relationships/image" Target="/ppt/media/image5.png" Id="Ra38fab90b6f64f36" /><Relationship Type="http://schemas.openxmlformats.org/officeDocument/2006/relationships/image" Target="/ppt/media/image6.png" Id="R53fb6b5332db47e1" /><Relationship Type="http://schemas.openxmlformats.org/officeDocument/2006/relationships/image" Target="/ppt/media/image7.png" Id="R63bd1c1f144c4edc" /><Relationship Type="http://schemas.openxmlformats.org/officeDocument/2006/relationships/image" Target="/ppt/media/image8.png" Id="Rf648db25bac24b86" /><Relationship Type="http://schemas.openxmlformats.org/officeDocument/2006/relationships/notesSlide" Target="/ppt/notesSlides/notesSlide7.xml" Id="R4a61de33a61d49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ab5164b394390" /><Relationship Type="http://schemas.openxmlformats.org/officeDocument/2006/relationships/image" Target="/ppt/media/image9.png" Id="R6cddf87662db4fe5" /><Relationship Type="http://schemas.openxmlformats.org/officeDocument/2006/relationships/notesSlide" Target="/ppt/notesSlides/notesSlide8.xml" Id="Ra719e503be914e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73367c76e4a95" /><Relationship Type="http://schemas.openxmlformats.org/officeDocument/2006/relationships/notesSlide" Target="/ppt/notesSlides/notesSlide9.xml" Id="R1be9ed1cf82a4b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1ba1f965a46df" /><Relationship Type="http://schemas.openxmlformats.org/officeDocument/2006/relationships/notesSlide" Target="/ppt/notesSlides/notesSlide10.xml" Id="Re513609054b447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e212933d949b0" /><Relationship Type="http://schemas.openxmlformats.org/officeDocument/2006/relationships/notesSlide" Target="/ppt/notesSlides/notesSlide11.xml" Id="R8ddb265e2a4241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c510b65044abb" /><Relationship Type="http://schemas.openxmlformats.org/officeDocument/2006/relationships/notesSlide" Target="/ppt/notesSlides/notesSlide12.xml" Id="R608ad2dfb43240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d219237ba49ee" /><Relationship Type="http://schemas.openxmlformats.org/officeDocument/2006/relationships/notesSlide" Target="/ppt/notesSlides/notesSlide13.xml" Id="R63149fcc3c6940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0858d2d9c4557" /><Relationship Type="http://schemas.openxmlformats.org/officeDocument/2006/relationships/notesSlide" Target="/ppt/notesSlides/notesSlide14.xml" Id="Rd3f6ece6a7024f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209dee4eb4b58" /><Relationship Type="http://schemas.openxmlformats.org/officeDocument/2006/relationships/notesSlide" Target="/ppt/notesSlides/notesSlide15.xml" Id="Ra980ac250f8947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1670f3dff4a72" /><Relationship Type="http://schemas.openxmlformats.org/officeDocument/2006/relationships/image" Target="/ppt/media/image10.png" Id="Rbe75e00b6e564dab" /><Relationship Type="http://schemas.openxmlformats.org/officeDocument/2006/relationships/notesSlide" Target="/ppt/notesSlides/notesSlide16.xml" Id="R63b08499202c43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AF705-50CC-4DC4-A08B-E7AAA69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6D36C-078B-44F1-A4C4-27586A6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AirDepth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CC20D-752F-40B3-99C5-84475075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Monocular Drone Distance Estimation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5AFA8-40B3-473E-8B3C-5FE1705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Recovering useful metric scale from one RGB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C7254-A208-4B56-8BBB-F888393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D57DE-F5BA-4FAF-A8D3-E4D88422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6.01m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B21CA-721E-4646-9FE6-546D7184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719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synthetic MAE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A483E-B0A3-4BD0-9C10-CFA090FB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57625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1041E-38FF-4751-AC24-380961B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3.28m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2A70B-D669-4847-953D-6A7A4A7C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719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 MAE after 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E8F6E-87A0-4386-9BA9-0746535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B3F0-D769-4575-85B8-0B7C4086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19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5E9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5E9E"/>
                </a:solidFill>
                <a:latin typeface="Aptos"/>
                <a:ea typeface="Aptos"/>
                <a:cs typeface="Aptos"/>
              </a:rPr>
              <a:t>RGB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3B672-49CA-4E74-93D9-8920CE00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719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LiDAR / stereo / GPS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3D67D-E7C0-4018-8674-678E5B48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14375"/>
            <a:ext cx="4286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165d5270b43db"/>
          <a:srcRect xmlns:a="http://schemas.openxmlformats.org/drawingml/2006/main" l="3916" t="0" r="39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904875"/>
            <a:ext cx="3905250" cy="2381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CEB19-F63D-481C-9BF1-3BB2054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24050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87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FFD40-AD4F-4814-A3BD-5B196117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A91E1-6414-4D8A-A9B4-ED738013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909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single RGB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B3DAE-93F4-41D9-8C34-BEAFF5EA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47E3F-01DA-4903-927F-4055EAE4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433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FE558-B8A3-4841-8F14-7741CF38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909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distance in meters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1016B-0EB4-4A24-BEEE-97BDD23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9731E-9854-45FF-899F-1728583B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11006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24311-4D9B-4AAF-B3DD-416561B1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71286-01A1-4F37-982E-210052E8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0F8C7-A11D-4929-A8F1-F0CC1CD0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Detection is not enough; the system needs distance.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0511D-2B54-48DD-9593-B2BD601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 tracking, avoidance, and counter-UAV response, a 2D box is only half the answer.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44b4719414fe5"/>
          <a:srcRect xmlns:a="http://schemas.openxmlformats.org/drawingml/2006/main" l="0" t="32656" r="0" b="32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695450"/>
            <a:ext cx="4762500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FAE7B-8D28-4264-850A-05D8675C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8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B52E2-4116-4816-B83C-D9A9DC71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095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80985-5292-46DF-8EB2-253E582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38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B94BB-9EAF-4E1F-81A3-592F6360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FDBD9-FBD2-4913-BD32-2B5AF3AB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76425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camera gives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F4116-C235-4E17-9972-9AFD45B3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66925"/>
            <a:ext cx="3429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RGB pixels and a 2D target location.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D27C3-E496-4764-9A5E-D9A39054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4095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2B509-E6BF-4693-B658-914AE36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1C541-F457-4EA4-AF57-6F1E1A6C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60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39C5B-6FE7-47D2-869B-B6858F1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system needs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C5382-97DC-46EA-A1BB-B5864828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429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Metric Z-distance from the observer.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F829B-03ED-4249-9B8A-B28FA31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4095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1B904-4954-42EB-AAFA-F91C2DA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86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1FE65-3036-4F25-9D10-4EDD2AE3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961B7-B530-4AA9-82D6-1111190C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E7CDB-8BE9-44A9-91F8-1A192972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14775"/>
            <a:ext cx="3429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Distance supports response timing and 3D localization.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8F307-C819-4200-8980-F6B5D9E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AFC99-FCFA-4D76-9A0A-47F05981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83910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CCED04-5777-4080-A325-E300EE9F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8C4AF-AD9F-4E42-83CA-F50F1ED8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75F11-5DB1-4EF7-AAE4-154B19D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Scale ambiguity is the core monocular obstacle.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DAF26-DFBF-45CA-AF7A-2440D5CC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image projection loses absolute metric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32F8B-6A98-4A50-A927-8B5179F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92914-EA5F-406D-9A38-4C5DA8DE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10DAD-DBEC-4E37-9B6B-CD5D8DDB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Small + near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7F5C-8C02-464C-A4B7-D8D993DA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Large + far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D967C-B1A6-467F-A3C9-8FCA4B10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5FB6A-24CA-467D-99F4-A42BCC8A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2BBB9-7A97-4D4C-A5CB-FB8F39C7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A605D-FDA6-4C8C-9C6E-2656F1F6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CC7AB-2DE4-4625-A785-989F09D5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Similar image footprint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1E0F8-7F99-48CD-B6F4-0459E0B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340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AirDepth learns the mapping to meters from labeled examples.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8A216-A64E-43CD-B200-F92F5465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4E604-D085-41A7-8E10-DC439899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94181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1D65F-6EBE-461C-A3BA-11895C3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3765B-D22C-4ECF-8167-2AE7A937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C2EBC-545C-4750-A4DB-63220D0D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Hardware depth is accurate, but not lightweight.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CC27A-4919-46FB-89D0-6F8F151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AirDepth targets the low-cost RGB-only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5AF7C-2378-4F0B-8D63-DD84328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Traditional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D302D-DE2E-440A-8414-D5F4385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RGB-only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BE0D3-F239-4E86-9DA9-6AFA685A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81E8D-7831-4F58-9C28-EF71407C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41FA2-1318-4A6E-8E38-94D3BF4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D3A94-9226-4770-A19E-3F71A6BF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8E698-46A8-4683-AEF4-3393429C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High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18E90-1E99-42A2-99EC-128CA541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9867E-E904-44BB-BC1B-0EDA02F5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95654-8B54-4515-99B2-406303B8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EDBFF-E4AD-4B56-905E-671731A8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3772C-45A2-40E4-BE85-FF95F3A3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Range sensing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672A0-3131-4A18-9FEE-1E833DEE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90137-9B10-4D29-98D0-8C9DD43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0291C-7D3A-4FBE-BB3E-575F2040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FB9B5-F0C4-4763-8AE3-E4FE2778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Stereo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F469A-5FEB-43AB-84C1-44613E2F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Triangulation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01DDD-056C-4E11-B795-EA1EC93C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177C4-9485-4141-8FD1-3299E680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223D3-393B-4009-8F25-330A02EE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33F51-B01D-46B3-94ED-1C094C0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RGB-D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2D04D-E860-4185-BE94-0765F55A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Dedicated depth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98019-AEEF-49BB-88B6-C6C68B5B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E1090-691D-41AD-8335-0E72EB7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413BF-164E-4667-81A0-C6BA0193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907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E3B96-FB26-4EAA-ACE2-1E86BB95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Low payload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224EF-691A-496A-93A3-3DB32D1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Fits lighter platforms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D51E79-15B8-489D-864D-7384A2A5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10E14-284E-4983-B9ED-162007C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9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396A84-E1F2-478E-9EA5-944C81A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337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44F020-4B74-4F3C-9A08-81222FC4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Low cost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7AEBAA-CA28-45F5-9042-1A83512B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special depth sensor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B2699A-AB45-4A65-878D-41415198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A1B6B6-B874-4C29-A098-694FE541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41CD8F-0DB7-4E1F-ADCA-A723D900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76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628554-60A8-4630-A52D-05E8EB12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 camera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9211F2-90D3-44D1-AEB9-537D4FB6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Simpler field setup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C2196B-7D16-4320-AEB9-5AFC200D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71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7A4C7D-339E-449B-8433-DE2BD6C2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95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C9EE7B-DAEA-458A-B610-2E2B6FAF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19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79B4C9-15CC-42B7-BB4B-465D3D3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Needs learning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63F99E-6207-46D1-9AB5-C86275A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2440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Metric scale is inferred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B5566B-0748-4B2D-8507-424C7658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71825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7971CA-3199-47F9-AC21-B8CFB3FB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1B1C91-2A48-44F9-A6EC-536CD4CC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42736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F3372-9A08-4EA9-AAC9-2DD9054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CD6EF-572F-4CF4-9AF3-2B0749A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ADE3F-5E86-427E-9BDA-94E0BEF5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AirDepth separates perception from metric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9B2E0-B100-4DC0-BC15-7ACEB5AB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depth model supplies relative structure; the regressor and calibration recover usable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283A7-089E-46BA-BA91-A0DAC29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4693A-BED5-43EC-B469-2E3AA7C2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85950"/>
            <a:ext cx="60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609F5-F708-4E53-90C1-85568F94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91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B54DB-2D33-4315-AB13-DFF5C684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91440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C5BB5-A2E0-4875-85CC-5DB84567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B739A-9A85-4A94-B572-D823EA5B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D6CE6-1E1F-4623-B50E-09A5C087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find target 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D2F8C-8D48-4FE3-9965-EB5FEF35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BC6A0-1E41-43F6-ACA5-7E3796F0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1D87B-53F5-4543-A8B5-CA5B216F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28850"/>
            <a:ext cx="60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F85D4-B519-4A5A-9E46-9B22A209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71750"/>
            <a:ext cx="91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29447-2446-4810-8183-6C88F8B5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62300"/>
            <a:ext cx="91440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D3C8D-F6D1-4F52-8B0C-622CF8B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5285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AA333-3930-45D4-B8B6-65789171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004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0C22E-250E-4140-B816-5E7FA682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200525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relative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89325-7E5D-449C-B680-F450A0F9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575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6A27D-1691-4E93-B5C2-F2D90979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097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00E54-9952-4CC4-9776-B7D967D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85950"/>
            <a:ext cx="60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A61E1-7584-49B3-8DC9-94DC610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28850"/>
            <a:ext cx="91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CB06B-808F-44E6-A02F-1423A7CA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91440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4B82A-A8B0-46E3-9172-B8C76A98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995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C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E8BF9-B2CC-497F-9CBB-E37D1CC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575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BF9AE-277F-44E1-84F5-60F06CE2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57625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box + local depth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75B25-AA95-4F01-B5CC-D991E900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376E2-735B-429F-927F-DF890F46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1526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FF598-C892-4D28-839F-55EB29F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28850"/>
            <a:ext cx="60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DBA2C-8F44-441E-8F3D-2E419151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91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48A23-569A-4143-AA14-4D6F6473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62300"/>
            <a:ext cx="91440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3C954E-D50D-4C36-98A4-77C02B8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5285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ACCCA-A6DE-45FE-896D-204D8CD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004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Regress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68024A-3BBE-4300-8AAF-45C74726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00525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predict meters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F62FF8-C24C-41AD-A98A-0989478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575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64B1E0-0C85-47DD-AB61-C32B1067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73A163-A8FE-4118-985F-0D5A9838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60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CAL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FA66FA-8309-4BD3-BBF5-A3D5F533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91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7D07F0-0455-407D-AEF9-08E5C90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91440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8D25EC-537B-4499-B4F1-9C1649E2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6781A4-D2C9-47EC-B512-6882CC29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575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Calibrate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0456F8-FCE2-41A8-B576-14B88CD7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57625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adapt to real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AB3855-6357-41F7-89F1-27148CA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F80362-238E-4664-B5B2-EE5DA848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8338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AC1B60-C58D-4E13-923F-604BEC7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89090-5869-4B4A-8B64-9798BAC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DATA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F852-523B-4CC4-9FB1-15A1DB7F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Synthetic data teaches scale; real data tests transfer.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9BED1-3CA4-499D-A487-3819C60A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two datasets play different roles in the evidence 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7AFB3-7DC5-487B-944F-1130DBE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A80AF-13F0-4A96-9328-F9B7F328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FE683-2C01-440C-A13C-5D0A91D6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098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689A5-B44E-4210-BF11-F0F7C488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717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15,064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9046F-23B0-4F78-B7AA-8225D908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synthetic Unreal images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65AA8-ABDA-45BB-AB25-06510D5A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09A5E-75A4-4E60-8387-4C39FA13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717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5E9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5E9E"/>
                </a:solidFill>
                <a:latin typeface="Aptos"/>
                <a:ea typeface="Aptos"/>
                <a:cs typeface="Aptos"/>
              </a:rPr>
              <a:t>20-150m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131BA-E354-4D0C-91D9-7E72DF21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known ground-truth 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47B78-6DD0-4911-A8EB-90896CB4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1BA9F-646D-4AE1-BE84-99769828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717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489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B26E1-2DC2-4FC6-B94A-A3247993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 Nenrus 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4A0DA-32ED-42CC-9E43-B4499AF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791C4-0971-4EA0-A256-CF2B273E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717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transfer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AC973-F8B3-46AB-9584-8724802B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calibration 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377DB-4440-431A-B968-7102CCCD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Training + controlled benchmark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EF684-AB55-4D77-840E-1DE16C07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052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Real-domain bias + 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05250-6BC0-457A-AC5B-9AB18A2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EAC87-B26F-45AE-90E5-A9D0D0F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68442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D3094-B5B4-49EB-A65B-550802CE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98F32-4A25-4E57-85DC-451C6C1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SYNTHETIC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C102D-BE7F-4F50-AA5B-02F522F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Controlled images made metric supervision possible.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AB78A-8365-483A-AE46-8BC4092F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frame carries known distance and environment labels.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915ee215845a1"/>
          <a:srcRect xmlns:a="http://schemas.openxmlformats.org/drawingml/2006/main" l="0" t="8" r="0" b="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714500"/>
            <a:ext cx="2000250" cy="11239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16989b3e94e6b"/>
          <a:srcRect xmlns:a="http://schemas.openxmlformats.org/drawingml/2006/main" l="8911" t="0" r="89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28950" y="1714500"/>
            <a:ext cx="2000250" cy="11239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fab90b6f64f36"/>
          <a:srcRect xmlns:a="http://schemas.openxmlformats.org/drawingml/2006/main" l="0" t="12527" r="0" b="12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1714500"/>
            <a:ext cx="2000250" cy="11239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b6b5332db47e1"/>
          <a:srcRect xmlns:a="http://schemas.openxmlformats.org/drawingml/2006/main" l="0" t="7857" r="0" b="7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3143250"/>
            <a:ext cx="2000250" cy="11239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d1c1f144c4edc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28950" y="3143250"/>
            <a:ext cx="2000250" cy="11239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8db25bac24b86"/>
          <a:srcRect xmlns:a="http://schemas.openxmlformats.org/drawingml/2006/main" l="258" t="0" r="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3143250"/>
            <a:ext cx="2000250" cy="1123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C241-C144-4FE7-AFCF-2F42024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183B0-4B09-4AD4-B8E8-14C9AA8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71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18457-BCCF-4493-95D8-C3817E39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954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79A0C-5915-4669-ADBC-3D37F833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547B8-A0DB-4CEE-9710-A1F8E80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20, 30, ... 150m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66826-EFB2-4F8E-B999-00F3DF8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585B0-591E-4640-B533-1AED6C2B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2589D-D9D8-478D-8137-2A126055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76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CD8D1-32CF-48D4-A6A0-EF87228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F4255-E950-4219-A7FF-2C5C0C16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clear sky / light 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6BD47-DCD5-48B9-AB1C-4231266C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F8E23-DD47-4EEB-9F3D-F196455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25DF1-595B-4367-9BFC-422F3F94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575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73764-43B0-4241-9B47-7DFA33E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C585A-A2AF-4764-BEFC-B8D4FB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10AM / 8PM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7F7D6-66EA-40A8-9D05-D94E4D2E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143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42788-98F9-463D-AEDE-193AB72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BB4C7-6048-4891-B242-32E04D0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38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6375E-A2BC-48C5-BBDA-5D8C82B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Ground truth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4F06A-C278-486A-9B73-939A4DB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controlled Unreal setup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FA199B-1888-4908-BE29-B9D2608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DF341-0AC1-4B5F-BF7C-2240C41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95436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0EAF0-21C5-4407-9AC2-3F9D4CDB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A64C1-74DB-4221-93C2-B964883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FEATURE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76B91-71E6-40F1-92E3-787B45FE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The bounding box became a distance sensor.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FEE1C-BB64-4503-A9E6-8AEBCE46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Geometry was not just an intermediate detector output.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df87662db4fe5"/>
          <a:srcRect xmlns:a="http://schemas.openxmlformats.org/drawingml/2006/main" l="0" t="7432" r="0" b="7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790700"/>
            <a:ext cx="447675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C0F08-9000-4924-A228-166F77A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120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8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41195-8F77-4E8D-8C7A-6A59138E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14500"/>
            <a:ext cx="342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9CD96-4C02-4827-B751-705563FC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F4F4-7854-4BCF-B6B1-8F565F57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FCA23-E1C4-4AA4-8792-471EF39D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Width / height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FC1C2-6DA9-45FB-B46A-6A37BACE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apparent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28301-353F-4C49-8938-E83B6980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342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AADD1-DCE5-4931-9459-D0A74F1E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48DCD-2957-43E7-9C00-2B1AED69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DB5C1-7520-49D9-BD84-11B1455C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Area ratio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09895-3472-460D-819D-FBEC172C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footprint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CF573-4AAB-49D3-B1F8-F09A39E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76600"/>
            <a:ext cx="342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343A4-37B5-46B7-9CC1-5214F01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9ECBE-7769-44F1-8C80-19B43301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4070C-6A51-4256-A2C2-821B91C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90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Aspect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5BDBB-4E15-4C1F-A110-AD794B1F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viewing shape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9F02F-DCC0-46F1-8A94-29C3C9A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342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7EDDC-CFA0-44E6-A106-92C6A15E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A93A2-45B8-431B-A274-84179057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57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2A371-F628-48FA-BC17-65650A1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Center 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92CE0B-017D-40D2-AF2F-406DE686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6245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 location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DEC97-7CA7-4246-A373-CD418C07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DCB13-6265-4A3B-85F0-F266B14E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14499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9AA14-535E-43FF-9C82-E3A38F0A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278BB-C0B8-48A9-8F13-F0C19AD2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DEPTH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DD99A-0E12-40F7-9201-CB873BFD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Local depth worked better than global scene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5B92B-DC4C-4AB5-8C00-B2F363AF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Relative depth was useful as a cue, not as the final metric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FE982-45CC-4049-AB08-FAC98E69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2405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3D33-6D7C-48BF-BE24-42520CA8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7E306-E8CB-4C9D-BCEB-120E046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90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FCACA-127C-4C5A-BF3E-7AFC1901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14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FB6BC-E4A4-4A0D-930A-8502159E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depth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4CE2C-51C2-4B39-8D4E-4925DA51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409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dense relative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6EFAF-22A9-4BDC-B06E-346D0548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C4EB8-F06F-478B-9E8C-B29CF506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9D944-F562-4DF8-97F2-EC74EBD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33E17-8311-4294-9E3E-00731C8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527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0C046-DC60-45CE-870E-DF3420E8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Crop around drone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4DF2A-0BC6-42BD-AAA9-FC62310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409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target-centered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72753-1CD4-4B93-A25E-828E6AE4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0045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5AB3D-CB43-44F8-B669-A246D0BC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A0C33-2F9E-46C4-A56E-42EF5714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67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F01A6-AAC1-478F-88F9-EBA8C186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90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47A4B-DDB7-4E55-9424-37E4D60E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Summarize robustly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DE46A-A82E-4053-87A1-30040DFF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409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midpoint / median /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B113D-6C02-45F0-AD26-384570B1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3865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5689B-2D43-49FE-A63A-B17E558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29100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A3ED3-E286-4828-B2A5-BE7E9426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3BD57-2EB8-444F-A19C-42039F03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91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84B27-DB58-412D-879C-DD60588A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434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Jitter the box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D365A-53CA-4F1E-8F28-9C974F47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409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 features under detector noise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82243-1AE9-4CF6-AF61-A6433DE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Relative depth alone is not meters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9699F-577A-486B-B4D7-0E29A95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BA111F-68BC-40D3-A7C7-7AB61F7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3147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83BAB-CD68-45F9-A027-04CADB8A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224CB-842C-4F9A-9968-C9BF277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MODEL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1A26F-0C19-470C-ADE6-62C372DB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Ablations turned a weak depth cue into a 6m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49078-EA20-4924-8EEF-04845F38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step added one kind of missing scale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97C83-D189-4A8E-9BC3-42DE7A5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76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28D92-BF4B-4B2C-8F34-6002CE6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47.70m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0CC7F-8444-4F41-A93E-BA7D04DE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Scale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D361B-8541-489F-97F1-3DBB1C76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25211"/>
            <a:ext cx="876300" cy="21277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24526-0D92-44CD-BE0B-1AD7B705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01361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5E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5E9E"/>
                </a:solidFill>
                <a:latin typeface="Aptos"/>
                <a:ea typeface="Aptos"/>
                <a:cs typeface="Aptos"/>
              </a:rPr>
              <a:t>32.29m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C2C82-721F-4411-98B3-FD96EA77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Depth linear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1117A-5B7C-4F63-B4F6-61CBF499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83170"/>
            <a:ext cx="876300" cy="86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56590-BA4D-4DE1-8BF2-2F7480E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932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B7A"/>
                </a:solidFill>
                <a:latin typeface="Aptos"/>
                <a:ea typeface="Aptos"/>
                <a:cs typeface="Aptos"/>
              </a:rPr>
              <a:t>13.20m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86DAB-22E9-42C5-9579-F13D6331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43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 + 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9251D-B889-4171-BE48-401C1B33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9206"/>
            <a:ext cx="876300" cy="473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75E95-202D-4241-973E-E189B8EA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55356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7.19m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2BA84-C9FF-4E49-83CC-51A68AF3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DBFFE-6406-4F60-9E97-0225902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31923"/>
            <a:ext cx="876300" cy="4210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56F45-16F9-4C97-8DC3-D55326CA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08073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6.39m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6A4C4-F175-439A-BB5B-87E34EF4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RF + jitter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59495-001D-4D72-9BE7-891500ED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6964"/>
            <a:ext cx="876300" cy="396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30E17-FE97-4B82-A06A-4B937F58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33114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6.01m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E5A52-81BE-48D9-8DA3-5915D87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43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RF-XGB ensemble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9FE89-58C2-4653-8597-B0C3ADC4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B5563"/>
                </a:solidFill>
                <a:latin typeface="Aptos"/>
                <a:ea typeface="Aptos"/>
                <a:cs typeface="Aptos"/>
              </a:rPr>
              <a:t>MAE lower is better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B8031-77F0-438D-894D-D8DA3E66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54C61-EA09-4943-B35A-272287C8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52857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4FCB60-6E0C-4424-8E51-54638852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ED482-8CD9-4F84-8825-0A4905AB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SYNTHETIC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FD19-22B5-4340-BDDA-B75FD420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The final ensemble was strongest and stable on holdout.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EABF8-C80A-4471-B5DE-FFA08CD7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Held-out synthetic test set: 2,260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1B82F-3041-4505-8DB1-2D6CE3A0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Scale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9397B-AE54-4BA5-8AED-8D3D3D5F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4572000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DE437-CD49-4500-AD36-505BD6EB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4361688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B9C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B8238-373A-4F2A-8C1E-EC8D8167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573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47.70m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0D698-9942-49A3-BFA1-C60E6B3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80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Depth linear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B1FFC-8CE5-456A-A701-273E69F6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0450"/>
            <a:ext cx="4572000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CE005-6A09-4FEE-B6F2-BD2F71E4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0450"/>
            <a:ext cx="2952598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01C83-7D08-4757-AFA4-F6181FF4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780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E9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5E9E"/>
                </a:solidFill>
                <a:latin typeface="Aptos"/>
                <a:ea typeface="Aptos"/>
                <a:cs typeface="Aptos"/>
              </a:rPr>
              <a:t>32.29m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CD4B6-7899-422F-A93F-55D2E257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87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 + 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4B554-6184-4DD4-8122-A486A352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1150"/>
            <a:ext cx="4572000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F37C7-16C2-4E55-9301-53BC7AEE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1150"/>
            <a:ext cx="1207008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73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59FED-E21C-43E8-B6A7-F993EDBE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87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B7A"/>
                </a:solidFill>
                <a:latin typeface="Aptos"/>
                <a:ea typeface="Aptos"/>
                <a:cs typeface="Aptos"/>
              </a:rPr>
              <a:t>13.20m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24D64-91CA-4076-9A75-54A18270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41CEC-2B9E-4D3A-8A25-1A8ECDD4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4572000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35306-294C-4AFC-8E99-6760CC4A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657454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B9132-7E89-40C2-8336-780B838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194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7.19m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56058-3072-42ED-9622-1A5A910B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01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RF + jitter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87729-A0E6-4321-ACBA-271FA73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2550"/>
            <a:ext cx="4572000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21824-009E-4AF6-80AB-8383551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2550"/>
            <a:ext cx="584302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DFC8D-F9AB-4E7B-B3CA-3546D71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401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6.39m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54EEB-43FE-41F5-BDE2-3833610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0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ensemble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4C717-E96E-4F00-B691-4E07298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3250"/>
            <a:ext cx="4572000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EBFC8D-DFB5-4317-BF44-5890BD4D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3250"/>
            <a:ext cx="549554" cy="3492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B78AF-7A82-42EA-A8B8-BF902D0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608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6.01m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B253E-CB6E-45A4-ADB3-3DD48D5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BE52C-45BA-4669-8FDC-0011AB9F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431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6.01m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01156D-42CD-4CC5-A151-58D45FD4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 MAE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13463-D6F9-405F-9195-073D6A75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5CCE7-41BE-4EB1-8E52-9344E24F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051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0.949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3C735B-148F-4C0D-9B2E-7E396EDC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0823F0-95DD-480F-9BB1-702B2A0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0D7604-C077-425E-8586-CA0D2696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672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5E9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E5E9E"/>
                </a:solidFill>
                <a:latin typeface="Aptos"/>
                <a:ea typeface="Aptos"/>
                <a:cs typeface="Aptos"/>
              </a:rPr>
              <a:t>81%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18C820-1616-44E1-ACAF-5CBC519F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within 10m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8B70A7-484E-4251-9EAD-052494B9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A14884-DC76-421E-89DC-FC19B69E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4316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B56A7-F579-4E9B-9951-81D435E7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65BB1-73FC-4E62-9EC5-38401264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DISTANCE BREAKDOWN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67AD0-1398-4E36-B35A-57704DC9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Farther drones remain the hardest regime.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832A5-FBC3-474F-A69C-0E16084E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final model degrades gracefully, but target size still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99CBF-F15B-4E66-8454-3C1294A4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1D1FA-2133-4D52-A100-B0D1DFC1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Near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EFEBE-1749-4D4B-9F2B-E1035982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≤60m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46149-D9B1-46A2-AA93-F56A2B23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43342"/>
            <a:ext cx="857250" cy="738283"/>
          </a:xfrm>
          <a:prstGeom xmlns:a="http://schemas.openxmlformats.org/drawingml/2006/main" prst="roundRect">
            <a:avLst>
              <a:gd name="adj" fmla="val 10321"/>
            </a:avLst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79EEC-8B54-4984-AB19-5DBC745F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05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3.37m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FC29B-DF13-47BA-92A4-3A611B91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EBAF4-9A12-4AB8-A05A-A326B30C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Mid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B6D45-CB94-4CBF-864E-E7709C24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60-100m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FAEB3-ACFF-40B5-8B32-FBDB8984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56863"/>
            <a:ext cx="857250" cy="1524762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E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EB74A-A161-43F5-883E-2C24156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05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5E9E"/>
                </a:solidFill>
                <a:latin typeface="Aptos"/>
                <a:ea typeface="Aptos"/>
                <a:cs typeface="Aptos"/>
              </a:rPr>
              <a:t>6.96m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7208B-E3C7-466C-88B8-063DF88C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1DE8C-80CC-4326-9C36-49C0FA0E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Far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1AA53-6027-4495-B190-B000E4E1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&gt;100m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727B2-AA36-46A7-A6FA-93EAA9F6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70517"/>
            <a:ext cx="857250" cy="2011108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14A43-D95F-4DB3-8763-1990225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05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9.18m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F4D3D-0E2D-4EBC-818D-9F6BDCEA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02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Less pixels -&gt; less stable boxes and depth cues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90633-933C-42CA-9DC9-DDDEDEC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276DD-2D56-484C-8825-9F038F0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09739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0A905-CFA5-4F5D-B4B3-882D378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7C15B-EFD4-4E28-823D-A12526FE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SIM-TO-REAL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3BC47-A05B-483E-A824-B3513CBC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The raw synthetic model overpredicted real drones.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26171-A8C2-4C8F-A5A7-B19B7562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This exposed systematic domain shift, not just random 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6B499-0ED6-4033-8118-F8F4DB8F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390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D24BD-CF48-4731-8735-BA29E236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390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D7267-649F-4E5C-84DF-D0FE96EE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57F96-D572-4735-9D4B-6ABB15B7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3842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23.80m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31BDF-2ED8-4C68-8607-0D7E3BE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raw real MAE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4B708-06CB-462F-856F-31F594F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BA255-DC22-42C2-BB4C-E855BAF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3842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53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9533D"/>
                </a:solidFill>
                <a:latin typeface="Aptos"/>
                <a:ea typeface="Aptos"/>
                <a:cs typeface="Aptos"/>
              </a:rPr>
              <a:t>99.8%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23391-B214-4248-98AA-8EBACE88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overprediction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9A487-5492-45DF-830A-AD23B3A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8E898-938E-46A1-9C7A-DE1DE804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different camera, drone scale, annotation behavior, and image statistics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2ACBC-0152-4646-881F-5A9A2AE9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A42BC-D097-4000-8BF1-110101E5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8029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AC704-EE17-4B73-AC09-23087E5C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B2DF5-BBB8-4769-9B86-627A139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3F215-BA14-49B9-AB72-8CCC738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A lightweight real-domain mapping fixed most of the bias.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FF982-6B2F-4A6B-B325-E91B9BA7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20% real calibration data; remaining rows used for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41026-921F-44D0-A49D-372EDB89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2283D-D79A-496E-974E-987B0876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3218"/>
            <a:ext cx="590550" cy="1926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1990B-1A23-475B-9E1D-E83D2306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44568"/>
            <a:ext cx="590550" cy="2655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715E8-8362-4205-BB13-923A0E06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16518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53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33D"/>
                </a:solidFill>
                <a:latin typeface="Aptos"/>
                <a:ea typeface="Aptos"/>
                <a:cs typeface="Aptos"/>
              </a:rPr>
              <a:t>23.80m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8CFF9-4439-4443-A17D-A92B06DD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77868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A67"/>
                </a:solidFill>
                <a:latin typeface="Aptos"/>
                <a:ea typeface="Aptos"/>
                <a:cs typeface="Aptos"/>
              </a:rPr>
              <a:t>3.28m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78608-03CD-4578-BF0C-101B5294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911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Kongsberg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7D50A-E919-4A67-92A1-BC682940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68735"/>
            <a:ext cx="590550" cy="2741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7CDCB-34E5-4DD6-ABDE-613CA6D1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85049"/>
            <a:ext cx="590550" cy="2250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1CD33-3DC2-4E1D-ADC3-5B6B7EC5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203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53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33D"/>
                </a:solidFill>
                <a:latin typeface="Aptos"/>
                <a:ea typeface="Aptos"/>
                <a:cs typeface="Aptos"/>
              </a:rPr>
              <a:t>33.86m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6D6C3-F9D7-4886-9C0A-C5F05098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18349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A67"/>
                </a:solidFill>
                <a:latin typeface="Aptos"/>
                <a:ea typeface="Aptos"/>
                <a:cs typeface="Aptos"/>
              </a:rPr>
              <a:t>2.78m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577D1-F7D4-4FE1-9B44-5034065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911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Vestfold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E5C0C-EAF5-4978-B297-C98EDD7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2099"/>
            <a:ext cx="590550" cy="13480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98D04-A14E-42B7-9C0A-EAF2475B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3518"/>
            <a:ext cx="590550" cy="2866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1F45A-91EE-4548-8815-8D33C2BC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95399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53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33D"/>
                </a:solidFill>
                <a:latin typeface="Aptos"/>
                <a:ea typeface="Aptos"/>
                <a:cs typeface="Aptos"/>
              </a:rPr>
              <a:t>16.65m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3D20E-E844-41D9-B0BF-D0A06588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56818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A67"/>
                </a:solidFill>
                <a:latin typeface="Aptos"/>
                <a:ea typeface="Aptos"/>
                <a:cs typeface="Aptos"/>
              </a:rPr>
              <a:t>3.54m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4B4E0-B583-454E-873D-96894EE8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5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94CB8-656D-4A4F-8A58-35D9F90A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716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 calibration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037FF-2808-488E-A97B-EA4DB5D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8A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8D527-12C3-49F9-A7E5-5FB67D32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98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calibration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EAF4C-45EF-4756-B512-CD1D8923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6F088-67F3-4D7A-A7CA-1799AC1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A6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8A67"/>
                </a:solidFill>
                <a:latin typeface="Aptos"/>
                <a:ea typeface="Aptos"/>
                <a:cs typeface="Aptos"/>
              </a:rPr>
              <a:t>96.4%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4852F-AC64-4C9A-88DD-F8B7CCE1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within 10m after calibration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B64EB-7E99-4007-8478-D0C98A3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264B7-AC42-4DA2-A0C3-80975E77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42082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65C33-3AFB-45F4-ACF4-A7201513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5DDAC-4071-4C75-938B-188E34A2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FF827-8CC3-4D9C-B062-0AEFA964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The project proved the path, and named the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25122-F4F9-4F17-989E-FE855D2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judge should hear both the result and the deployment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974CA-7461-40E0-9DAB-0512E46A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09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D2D24-370F-4261-AC58-9202A94A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574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EF11E-0D16-4239-805E-8E2D6C8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898CA-232F-4A12-9A86-64FA3DD1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C8733-33D3-42C3-A939-48F39195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Hybrid monocular metric-distance framework.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6E9EC-1AE3-459A-AC9C-A4DC5F1A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4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46D23-01AD-4CAE-A300-45B1FC1D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574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3F11C-F79B-489B-92E4-DB72ED16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ED064-D3D3-4370-919E-2B6A3DD6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C6698-DB65-4CA8-A429-EC575753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Ablations from scale-only to final ensemble.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79874-83CE-4FB9-AE9F-F78A45E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7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0B41D-CF03-4000-80AB-94FF2DFE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574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A8044-DE9F-4F1A-869C-C8AE2C42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A4262-658B-4E75-8504-532CA093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48278-9E97-43BE-9493-C716366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Real-domain calibration reduced systematic bias.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7D77A-0F0A-4F24-B2E8-9D76894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Limits: detector quality, real calibration need, runtime still to benchmark, far range remains hardest.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EFF31-17B9-4EE1-B730-EB64246B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87D70-6375-4ED0-A89D-B92170F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97215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E0981C-D728-45F4-825E-7DDF2122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4BA30-8BAB-4CA5-9629-87D2A1CC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0B2463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662A6-A55F-486C-B04B-1CD9F29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Monocular depth alone is not enough. AirDepth combines relative depth, bounding-box geometry, supervised regression, and calibration to recover useful metric scale.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CF2AF-AB27-4BBD-81B3-7C450CE6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5725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5e00b6e564dab"/>
          <a:srcRect xmlns:a="http://schemas.openxmlformats.org/drawingml/2006/main" l="2606" t="0" r="26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625" y="1047750"/>
            <a:ext cx="3714750" cy="2190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32F59-1409-4485-9FF9-B25788B8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2ECFE-B661-4D2C-874A-9355E051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814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4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463"/>
                </a:solidFill>
                <a:latin typeface="Aptos"/>
                <a:ea typeface="Aptos"/>
                <a:cs typeface="Aptos"/>
              </a:rPr>
              <a:t>RGB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8A5D4-AEFB-47FC-91C0-84BA822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 camera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396E5-E509-4E32-B5C3-D1276D5C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F4AC7-45EE-46E3-8D61-2BB14DC3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814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7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748"/>
                </a:solidFill>
                <a:latin typeface="Aptos"/>
                <a:ea typeface="Aptos"/>
                <a:cs typeface="Aptos"/>
              </a:rPr>
              <a:t>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2D2C9-BC53-40EA-A729-C9BF13EB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338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calibrated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B3570-E150-47EA-A114-E93AAB8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5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5D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1B7F8-BDB8-4A63-8C60-F30853A1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7446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2026-06-18T09:20:48.2330000Z</dcterms:created>
  <dcterms:modified xsi:type="dcterms:W3CDTF">2026-06-18T09:20:48.2330000Z</dcterms:modified>
</coreProperties>
</file>